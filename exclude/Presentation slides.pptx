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710" r:id="rId2"/>
    <p:sldMasterId id="2147483738" r:id="rId3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75" r:id="rId11"/>
    <p:sldId id="268" r:id="rId12"/>
    <p:sldId id="263" r:id="rId13"/>
    <p:sldId id="269" r:id="rId14"/>
    <p:sldId id="270" r:id="rId15"/>
    <p:sldId id="271" r:id="rId16"/>
    <p:sldId id="272" r:id="rId17"/>
    <p:sldId id="273" r:id="rId18"/>
    <p:sldId id="274" r:id="rId19"/>
    <p:sldId id="264" r:id="rId20"/>
    <p:sldId id="265" r:id="rId21"/>
    <p:sldId id="266" r:id="rId2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1B2B202-C735-4997-870F-3FA3012412A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904CAD-30D5-4C6D-A2B1-05DC1B2E3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7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6284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7760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30076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9357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1604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0637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034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2810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480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8332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13212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350332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32552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1265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46593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371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738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82700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50553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401557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48897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5703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69935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927141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77278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066316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35301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28665743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5163418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52393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64883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46701858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328304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67361386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987199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292450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61227859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6848247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715582064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2858857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723400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20728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9359"/>
      </p:ext>
    </p:extLst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9365053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7133874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9705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271508"/>
      </p:ext>
    </p:extLst>
  </p:cSld>
  <p:clrMapOvr>
    <a:masterClrMapping/>
  </p:clrMapOvr>
  <p:transition spd="slow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1367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8624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88512"/>
      </p:ext>
    </p:extLst>
  </p:cSld>
  <p:clrMapOvr>
    <a:masterClrMapping/>
  </p:clrMapOvr>
  <p:transition spd="slow">
    <p:push dir="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803381"/>
      </p:ext>
    </p:extLst>
  </p:cSld>
  <p:clrMapOvr>
    <a:masterClrMapping/>
  </p:clrMapOvr>
  <p:transition spd="slow">
    <p:push dir="u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03372987"/>
      </p:ext>
    </p:extLst>
  </p:cSld>
  <p:clrMapOvr>
    <a:masterClrMapping/>
  </p:clrMapOvr>
  <p:transition spd="slow">
    <p:push dir="u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5013029"/>
      </p:ext>
    </p:extLst>
  </p:cSld>
  <p:clrMapOvr>
    <a:masterClrMapping/>
  </p:clrMapOvr>
  <p:transition spd="slow">
    <p:push dir="u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2017718"/>
      </p:ext>
    </p:extLst>
  </p:cSld>
  <p:clrMapOvr>
    <a:masterClrMapping/>
  </p:clrMapOvr>
  <p:transition spd="slow">
    <p:push dir="u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439604"/>
      </p:ext>
    </p:extLst>
  </p:cSld>
  <p:clrMapOvr>
    <a:masterClrMapping/>
  </p:clrMapOvr>
  <p:transition spd="slow">
    <p:push dir="u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404162"/>
      </p:ext>
    </p:extLst>
  </p:cSld>
  <p:clrMapOvr>
    <a:masterClrMapping/>
  </p:clrMapOvr>
  <p:transition spd="slow">
    <p:push dir="u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13126"/>
      </p:ext>
    </p:extLst>
  </p:cSld>
  <p:clrMapOvr>
    <a:masterClrMapping/>
  </p:clrMapOvr>
  <p:transition spd="slow">
    <p:push dir="u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41977085"/>
      </p:ext>
    </p:extLst>
  </p:cSld>
  <p:clrMapOvr>
    <a:masterClrMapping/>
  </p:clrMapOvr>
  <p:transition spd="slow">
    <p:push dir="u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172671"/>
      </p:ext>
    </p:extLst>
  </p:cSld>
  <p:clrMapOvr>
    <a:masterClrMapping/>
  </p:clrMapOvr>
  <p:transition spd="slow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040908"/>
      </p:ext>
    </p:extLst>
  </p:cSld>
  <p:clrMapOvr>
    <a:masterClrMapping/>
  </p:clrMapOvr>
  <p:transition spd="slow">
    <p:push dir="u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824839"/>
      </p:ext>
    </p:extLst>
  </p:cSld>
  <p:clrMapOvr>
    <a:masterClrMapping/>
  </p:clrMapOvr>
  <p:transition spd="slow">
    <p:push dir="u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0607348"/>
      </p:ext>
    </p:extLst>
  </p:cSld>
  <p:clrMapOvr>
    <a:masterClrMapping/>
  </p:clrMapOvr>
  <p:transition spd="slow">
    <p:push dir="u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8661266"/>
      </p:ext>
    </p:extLst>
  </p:cSld>
  <p:clrMapOvr>
    <a:masterClrMapping/>
  </p:clrMapOvr>
  <p:transition spd="slow">
    <p:push dir="u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025886"/>
      </p:ext>
    </p:extLst>
  </p:cSld>
  <p:clrMapOvr>
    <a:masterClrMapping/>
  </p:clrMapOvr>
  <p:transition spd="slow">
    <p:push dir="u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2799347"/>
      </p:ext>
    </p:extLst>
  </p:cSld>
  <p:clrMapOvr>
    <a:masterClrMapping/>
  </p:clrMapOvr>
  <p:transition spd="slow">
    <p:push dir="u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302314"/>
      </p:ext>
    </p:extLst>
  </p:cSld>
  <p:clrMapOvr>
    <a:masterClrMapping/>
  </p:clrMapOvr>
  <p:transition spd="slow">
    <p:push dir="u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8181228"/>
      </p:ext>
    </p:extLst>
  </p:cSld>
  <p:clrMapOvr>
    <a:masterClrMapping/>
  </p:clrMapOvr>
  <p:transition spd="slow">
    <p:push dir="u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5492210"/>
      </p:ext>
    </p:extLst>
  </p:cSld>
  <p:clrMapOvr>
    <a:masterClrMapping/>
  </p:clrMapOvr>
  <p:transition spd="slow">
    <p:push dir="u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127042"/>
      </p:ext>
    </p:extLst>
  </p:cSld>
  <p:clrMapOvr>
    <a:masterClrMapping/>
  </p:clrMapOvr>
  <p:transition spd="slow">
    <p:push dir="u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46624"/>
      </p:ext>
    </p:extLst>
  </p:cSld>
  <p:clrMapOvr>
    <a:masterClrMapping/>
  </p:clrMapOvr>
  <p:transition spd="slow">
    <p:push dir="u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72877"/>
      </p:ext>
    </p:extLst>
  </p:cSld>
  <p:clrMapOvr>
    <a:masterClrMapping/>
  </p:clrMapOvr>
  <p:transition spd="slow">
    <p:push dir="u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40334"/>
      </p:ext>
    </p:extLst>
  </p:cSld>
  <p:clrMapOvr>
    <a:masterClrMapping/>
  </p:clrMapOvr>
  <p:transition spd="slow">
    <p:push dir="u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69885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theme" Target="../theme/theme3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108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20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E4DCE050-6730-4205-BCAC-E30E2F5E86E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BA708AF-6E04-4011-B1E3-407BED8E49D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61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  <p:sldLayoutId id="2147483758" r:id="rId20"/>
    <p:sldLayoutId id="2147483759" r:id="rId21"/>
    <p:sldLayoutId id="2147483760" r:id="rId22"/>
    <p:sldLayoutId id="2147483761" r:id="rId23"/>
    <p:sldLayoutId id="2147483762" r:id="rId24"/>
    <p:sldLayoutId id="2147483763" r:id="rId25"/>
    <p:sldLayoutId id="2147483764" r:id="rId26"/>
    <p:sldLayoutId id="2147483765" r:id="rId27"/>
    <p:sldLayoutId id="2147483766" r:id="rId28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C27C-822A-8E1F-4153-F41270193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3" y="174170"/>
            <a:ext cx="10148802" cy="3048001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 CST 150 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Project 3: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Full-Stack Club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D9211-6382-3BD6-6C25-0EED3E73F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143" y="3635830"/>
            <a:ext cx="11103428" cy="2830284"/>
          </a:xfrm>
        </p:spPr>
        <p:txBody>
          <a:bodyPr/>
          <a:lstStyle/>
          <a:p>
            <a:pPr algn="l"/>
            <a:r>
              <a:rPr lang="en-US" sz="3600" b="1" dirty="0"/>
              <a:t>Prepared By:</a:t>
            </a:r>
          </a:p>
          <a:p>
            <a:pPr algn="ctr"/>
            <a:r>
              <a:rPr lang="en-US" sz="4400" b="1" dirty="0"/>
              <a:t>Lijan Baral   </a:t>
            </a:r>
            <a:r>
              <a:rPr lang="en-US" sz="4400" dirty="0"/>
              <a:t>	           </a:t>
            </a:r>
            <a:r>
              <a:rPr lang="en-US" sz="4400" b="1" dirty="0"/>
              <a:t>Cameron Brotherton  Hector Marquez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7197440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3372-7B2F-287C-03FC-09A15558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38860" cy="1400530"/>
          </a:xfrm>
        </p:spPr>
        <p:txBody>
          <a:bodyPr/>
          <a:lstStyle/>
          <a:p>
            <a:r>
              <a:rPr lang="en-US" dirty="0"/>
              <a:t>Project Info with Ideation of website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52EA7-38C9-16F3-888C-BFB9DB614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480457"/>
            <a:ext cx="11251975" cy="5029199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 Responsive full-stack website </a:t>
            </a:r>
          </a:p>
          <a:p>
            <a:r>
              <a:rPr lang="en-US" dirty="0"/>
              <a:t>Theme for the club events and merchandise-selling platform</a:t>
            </a:r>
          </a:p>
          <a:p>
            <a:r>
              <a:rPr lang="en-US" dirty="0"/>
              <a:t>Objective of giving a simple, responsive, and secure shopping experience along with insights into sales summary.</a:t>
            </a:r>
          </a:p>
          <a:p>
            <a:r>
              <a:rPr lang="en-US" dirty="0"/>
              <a:t>Main audience focus on Shoppers who are club members and want to find products in a single place.</a:t>
            </a:r>
          </a:p>
          <a:p>
            <a:r>
              <a:rPr lang="en-US" dirty="0"/>
              <a:t>Also on the backend side: admin for getting information about sales.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5959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F6FE-E8E7-4451-CA0C-88993E3E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Showcase of Shopper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2F5C3-AFE2-8EA0-97EB-64B490B3B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338943"/>
            <a:ext cx="10900757" cy="5421085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dirty="0"/>
              <a:t>Browse and explore the website</a:t>
            </a:r>
          </a:p>
          <a:p>
            <a:r>
              <a:rPr lang="en-US" sz="2400" dirty="0"/>
              <a:t> Select from different club products and merch</a:t>
            </a:r>
          </a:p>
          <a:p>
            <a:r>
              <a:rPr lang="en-US" sz="2400" dirty="0"/>
              <a:t>Add them to the cart and edit through the choice of quantity and quality</a:t>
            </a:r>
          </a:p>
          <a:p>
            <a:r>
              <a:rPr lang="en-US" sz="2400" dirty="0"/>
              <a:t> Place the order with your personal information </a:t>
            </a:r>
          </a:p>
          <a:p>
            <a:r>
              <a:rPr lang="en-US" sz="2400" dirty="0"/>
              <a:t> Check out and complete the sale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800" b="1" dirty="0"/>
              <a:t>Demo for this will be shown:</a:t>
            </a:r>
          </a:p>
        </p:txBody>
      </p:sp>
    </p:spTree>
    <p:extLst>
      <p:ext uri="{BB962C8B-B14F-4D97-AF65-F5344CB8AC3E}">
        <p14:creationId xmlns:p14="http://schemas.microsoft.com/office/powerpoint/2010/main" val="85477292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0B65-18A2-DA51-ED68-B84E7068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923917" cy="1082168"/>
          </a:xfrm>
        </p:spPr>
        <p:txBody>
          <a:bodyPr/>
          <a:lstStyle/>
          <a:p>
            <a:r>
              <a:rPr lang="en-US" dirty="0"/>
              <a:t>Showcase for the admin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1C93-0ED4-AACD-609F-A6030A357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12" y="1534886"/>
            <a:ext cx="10163402" cy="4870396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dirty="0"/>
              <a:t>Admin login using their own passwords and credentials</a:t>
            </a:r>
          </a:p>
          <a:p>
            <a:r>
              <a:rPr lang="en-US" sz="2800" dirty="0"/>
              <a:t>System authenticates the input and validates it for login.</a:t>
            </a:r>
          </a:p>
          <a:p>
            <a:r>
              <a:rPr lang="en-US" sz="2800" dirty="0"/>
              <a:t>After successful login, view the sales insights in the dashboard</a:t>
            </a:r>
          </a:p>
          <a:p>
            <a:r>
              <a:rPr lang="en-US" sz="2800" dirty="0"/>
              <a:t>Keeps a record of completed sales with the user data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400" b="1" dirty="0"/>
              <a:t>Demo for this will be shown</a:t>
            </a:r>
          </a:p>
        </p:txBody>
      </p:sp>
    </p:spTree>
    <p:extLst>
      <p:ext uri="{BB962C8B-B14F-4D97-AF65-F5344CB8AC3E}">
        <p14:creationId xmlns:p14="http://schemas.microsoft.com/office/powerpoint/2010/main" val="293785977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F7C6-1897-8F32-F501-899B531F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0396"/>
          </a:xfrm>
        </p:spPr>
        <p:txBody>
          <a:bodyPr/>
          <a:lstStyle/>
          <a:p>
            <a:r>
              <a:rPr lang="en-US" dirty="0"/>
              <a:t>Technical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593F5-D086-64DF-02FA-969A371C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555" y="1328738"/>
            <a:ext cx="4396338" cy="576262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dirty="0"/>
              <a:t>Front end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D2225-E2B9-1B02-AC19-E82961942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9554" y="1912528"/>
            <a:ext cx="4396339" cy="374173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Uses HTML for structure</a:t>
            </a:r>
          </a:p>
          <a:p>
            <a:r>
              <a:rPr lang="en-US" dirty="0"/>
              <a:t>Uses CSS for styling</a:t>
            </a:r>
          </a:p>
          <a:p>
            <a:r>
              <a:rPr lang="en-US" dirty="0"/>
              <a:t> Uses JavaScript for interaction</a:t>
            </a:r>
          </a:p>
          <a:p>
            <a:r>
              <a:rPr lang="en-US" dirty="0"/>
              <a:t>Made a responsive design for user experience according to device screens.</a:t>
            </a:r>
          </a:p>
          <a:p>
            <a:r>
              <a:rPr lang="en-US" dirty="0"/>
              <a:t>Used an API request for backend connection.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79794-3D55-654E-300B-E9E51E318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47655" y="1224983"/>
            <a:ext cx="5634789" cy="576262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dirty="0"/>
              <a:t>Backend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5CFCF-6A80-8634-FAF3-629C582C9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47654" y="1801245"/>
            <a:ext cx="5634789" cy="3987800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Used Python Flask for the connection to the frontend.</a:t>
            </a:r>
          </a:p>
          <a:p>
            <a:r>
              <a:rPr lang="en-US" dirty="0"/>
              <a:t>Used a REST API to connect the database to the website</a:t>
            </a:r>
          </a:p>
          <a:p>
            <a:r>
              <a:rPr lang="en-US" dirty="0"/>
              <a:t> Performed different validations and authentication for security</a:t>
            </a:r>
          </a:p>
          <a:p>
            <a:r>
              <a:rPr lang="en-US" dirty="0"/>
              <a:t> Focused on CRUD operations</a:t>
            </a:r>
          </a:p>
          <a:p>
            <a:r>
              <a:rPr lang="en-US" dirty="0"/>
              <a:t>Created a SQL database for storing product and user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5438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380E-5734-D45F-C416-C98F6192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65" y="166722"/>
            <a:ext cx="8652564" cy="7803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Workflow and architecture: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32FA-38CE-74B5-2F4C-07EF2AF0D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5998029"/>
            <a:ext cx="10521830" cy="783771"/>
          </a:xfr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Frontend → Flask API → MySQL → Flask API → Frontend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86141-F5F4-760D-7F77-02CEA9093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8" y="1017143"/>
            <a:ext cx="10744200" cy="482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0219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32E1-2063-1D8D-4D91-A205FCBB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18684"/>
            <a:ext cx="10442576" cy="1400530"/>
          </a:xfrm>
        </p:spPr>
        <p:txBody>
          <a:bodyPr/>
          <a:lstStyle/>
          <a:p>
            <a:r>
              <a:rPr lang="en-US" dirty="0"/>
              <a:t>Security, Usability &amp; Responsive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0126F-108B-7203-7E86-349AB1A23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970" y="1202514"/>
            <a:ext cx="4818516" cy="576262"/>
          </a:xfrm>
          <a:solidFill>
            <a:schemeClr val="accent1"/>
          </a:solidFill>
        </p:spPr>
        <p:txBody>
          <a:bodyPr/>
          <a:lstStyle/>
          <a:p>
            <a:r>
              <a:rPr lang="en-US" sz="3200" dirty="0"/>
              <a:t>Security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FDBBE-C390-AB72-FF39-2D3B2FB66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4970" y="1913748"/>
            <a:ext cx="4818516" cy="3741738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0"/>
            <a:r>
              <a:rPr lang="en-US" sz="2200" dirty="0"/>
              <a:t>Parameterized SQL queries </a:t>
            </a:r>
          </a:p>
          <a:p>
            <a:pPr lvl="0"/>
            <a:r>
              <a:rPr lang="en-US" sz="2200" dirty="0"/>
              <a:t>Input validation </a:t>
            </a:r>
          </a:p>
          <a:p>
            <a:pPr lvl="0"/>
            <a:r>
              <a:rPr lang="en-US" sz="2200" dirty="0"/>
              <a:t>Backend validation </a:t>
            </a:r>
          </a:p>
          <a:p>
            <a:pPr lvl="0"/>
            <a:r>
              <a:rPr lang="en-US" sz="2200" dirty="0"/>
              <a:t>Admin authentication </a:t>
            </a:r>
          </a:p>
          <a:p>
            <a:pPr lvl="0"/>
            <a:r>
              <a:rPr lang="en-US" sz="2200" dirty="0"/>
              <a:t>Password hashing </a:t>
            </a:r>
          </a:p>
          <a:p>
            <a:pPr lvl="0"/>
            <a:r>
              <a:rPr lang="en-US" sz="2200" dirty="0"/>
              <a:t>Secure database configuration </a:t>
            </a:r>
          </a:p>
          <a:p>
            <a:pPr lvl="0"/>
            <a:r>
              <a:rPr lang="en-US" sz="2200" dirty="0"/>
              <a:t>Error handling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E15CD-49B3-58EB-B204-A54005755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1" y="1276986"/>
            <a:ext cx="4396338" cy="576262"/>
          </a:xfrm>
          <a:solidFill>
            <a:schemeClr val="accent2"/>
          </a:solidFill>
        </p:spPr>
        <p:txBody>
          <a:bodyPr/>
          <a:lstStyle/>
          <a:p>
            <a:r>
              <a:rPr lang="en-US" sz="3600" dirty="0"/>
              <a:t>Usability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BDD8C-211F-60B9-2C4C-2535ABBE5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1913748"/>
            <a:ext cx="4396339" cy="374173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600" dirty="0"/>
              <a:t>Responsive layout to fit the content according to the device </a:t>
            </a:r>
          </a:p>
          <a:p>
            <a:r>
              <a:rPr lang="en-US" sz="2600" dirty="0"/>
              <a:t> The website has clear navigation and structure</a:t>
            </a:r>
          </a:p>
          <a:p>
            <a:r>
              <a:rPr lang="en-US" sz="2600" dirty="0"/>
              <a:t>Good color contrast and text visibility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337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AF6F-4036-ACEF-7C6D-341F8B67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36596"/>
          </a:xfrm>
        </p:spPr>
        <p:txBody>
          <a:bodyPr/>
          <a:lstStyle/>
          <a:p>
            <a:r>
              <a:rPr lang="en-US" dirty="0"/>
              <a:t>Folder structure for the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D0750F-811C-997C-DCF1-21D0C06B8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972" y="1183317"/>
            <a:ext cx="3461656" cy="5591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F408C-B570-D83B-130D-03C88B45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900" y="1183317"/>
            <a:ext cx="4989557" cy="559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050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Colour Palette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Nightwave — Digital Club Store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2E88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Pink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8196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97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#FF2E88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accent / CTAs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801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Draws the eye to Add to Cart and prices — the one colour that must never blend in</a:t>
            </a:r>
            <a:r>
              <a:rPr lang="en-US" sz="95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24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Afterhours Purple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8712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97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#7C3AED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624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partner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8529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with pink across product art, echoing club lighting rigs without needing real photos.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Strobe Blue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9227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97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#38BDF8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accent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904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sparingly — live status dots, category tags — so it reads as a signal, not decoration.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4727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Cyan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974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97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#22D3EE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4727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highlight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4956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small live-state cues like "Now Dropping", keeping it rare and meaningful.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1722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A0A12"/>
          </a:solidFill>
          <a:ln w="12700">
            <a:solidFill>
              <a:srgbClr val="2929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66111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BG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234440" y="61722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4141F"/>
          </a:solidFill>
          <a:ln w="12700">
            <a:solidFill>
              <a:srgbClr val="2929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66111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20240" y="61722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1C2B"/>
          </a:solidFill>
          <a:ln w="12700">
            <a:solidFill>
              <a:srgbClr val="2929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66111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06040" y="61722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2F2F7"/>
          </a:solidFill>
          <a:ln w="12700">
            <a:solidFill>
              <a:srgbClr val="2929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66111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37960" y="155448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14141F"/>
          </a:solidFill>
          <a:ln w="12700">
            <a:solidFill>
              <a:srgbClr val="2929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direction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58000" y="2240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2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Late-night, not corporate.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58000" y="24963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products are DJ mixes, sample packs and event passes — a light retail theme would undersell what's being sold. A near-black base makes every drop feel like it's meant to be browsed after dark.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264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2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accent, used with intent.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58000" y="35204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 is reserved for actions and prices only. If every element competed for attention, nothing would stand out on a dark page — restraint keeps the CTA legible at a glance.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42885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2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carries the club identity.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858000" y="45445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bold condensed display face for headings echoes flyer and rave-poster typography. A monospace face marks prices and admin data, tying back to the "gear read-out" feel of DJ equipment.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53126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2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built in from the start.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58000" y="556869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7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colour pairing was checked against the dark surface first, not white — light text and saturated accents both hold WCAG-safe contrast on #0A0A12 without any extra overlays.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CB23-1BA9-1DC3-FA45-8847A7EA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showcase: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355DE-20CA-1DC7-E9FF-CBB54E29E5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495" y="1152983"/>
            <a:ext cx="11725100" cy="541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6265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FF8A9-F2B5-2F67-D27C-7124286F5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217993"/>
            <a:ext cx="11481395" cy="607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1173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A1189-EFDF-AC17-E50B-A67421CA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48" y="163286"/>
            <a:ext cx="11748104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1625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A05150-43EB-DF65-0465-76EBED3D5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22" y="163285"/>
            <a:ext cx="11792556" cy="633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9892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C9B62-D1D8-9085-8EED-9C2870153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45" y="0"/>
            <a:ext cx="11875110" cy="667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4243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88A7CC-6D9C-5626-5860-E02C7A3E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49" y="185057"/>
            <a:ext cx="11722702" cy="633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1385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2616A-083B-C583-D9ED-A16C21CE4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6" y="304800"/>
            <a:ext cx="11614747" cy="623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90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72CD-803B-F5C8-38D8-35080BB4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2"/>
            <a:ext cx="10515600" cy="1325563"/>
          </a:xfrm>
        </p:spPr>
        <p:txBody>
          <a:bodyPr/>
          <a:lstStyle/>
          <a:p>
            <a:r>
              <a:rPr lang="en-US" dirty="0"/>
              <a:t>Team Contribution: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2B73B0-E498-9A6B-8D15-FF1F2618B4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646883"/>
              </p:ext>
            </p:extLst>
          </p:nvPr>
        </p:nvGraphicFramePr>
        <p:xfrm>
          <a:off x="489857" y="1077686"/>
          <a:ext cx="11168744" cy="4735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0016">
                  <a:extLst>
                    <a:ext uri="{9D8B030D-6E8A-4147-A177-3AD203B41FA5}">
                      <a16:colId xmlns:a16="http://schemas.microsoft.com/office/drawing/2014/main" val="2056238211"/>
                    </a:ext>
                  </a:extLst>
                </a:gridCol>
                <a:gridCol w="3077911">
                  <a:extLst>
                    <a:ext uri="{9D8B030D-6E8A-4147-A177-3AD203B41FA5}">
                      <a16:colId xmlns:a16="http://schemas.microsoft.com/office/drawing/2014/main" val="1731158243"/>
                    </a:ext>
                  </a:extLst>
                </a:gridCol>
                <a:gridCol w="5080817">
                  <a:extLst>
                    <a:ext uri="{9D8B030D-6E8A-4147-A177-3AD203B41FA5}">
                      <a16:colId xmlns:a16="http://schemas.microsoft.com/office/drawing/2014/main" val="3923591568"/>
                    </a:ext>
                  </a:extLst>
                </a:gridCol>
              </a:tblGrid>
              <a:tr h="697565">
                <a:tc>
                  <a:txBody>
                    <a:bodyPr/>
                    <a:lstStyle/>
                    <a:p>
                      <a:r>
                        <a:rPr lang="en-US" dirty="0"/>
                        <a:t>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274253"/>
                  </a:ext>
                </a:extLst>
              </a:tr>
              <a:tr h="1539701">
                <a:tc>
                  <a:txBody>
                    <a:bodyPr/>
                    <a:lstStyle/>
                    <a:p>
                      <a:r>
                        <a:rPr lang="en-US" b="1" dirty="0"/>
                        <a:t>Lijan Baral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 with the final integration of the full-stack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Worked on the backend folder of making a Python file and making the connection to the frontend and database.  </a:t>
                      </a:r>
                    </a:p>
                    <a:p>
                      <a:r>
                        <a:rPr lang="en-US" dirty="0"/>
                        <a:t>Taking care of security and prevent from SQL injections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37765"/>
                  </a:ext>
                </a:extLst>
              </a:tr>
              <a:tr h="962313">
                <a:tc>
                  <a:txBody>
                    <a:bodyPr/>
                    <a:lstStyle/>
                    <a:p>
                      <a:r>
                        <a:rPr lang="en-US" b="1" dirty="0"/>
                        <a:t>Cameron Brotherton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Frontend and making UI for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 the frontend folder responsible for making the website design and interactivity with JavaScript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447440"/>
                  </a:ext>
                </a:extLst>
              </a:tr>
              <a:tr h="1536342">
                <a:tc>
                  <a:txBody>
                    <a:bodyPr/>
                    <a:lstStyle/>
                    <a:p>
                      <a:r>
                        <a:rPr lang="en-US" b="1" dirty="0"/>
                        <a:t>Hector Marquez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Ideation and database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Worked on the club's website theme to enhance branding and sell products.</a:t>
                      </a:r>
                    </a:p>
                    <a:p>
                      <a:r>
                        <a:rPr lang="en-US" dirty="0"/>
                        <a:t>Created a database for products and other part of the website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6112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B5ADC8-7A32-E66E-E056-B4E212522B64}"/>
              </a:ext>
            </a:extLst>
          </p:cNvPr>
          <p:cNvSpPr txBox="1"/>
          <p:nvPr/>
        </p:nvSpPr>
        <p:spPr>
          <a:xfrm>
            <a:off x="250372" y="6008914"/>
            <a:ext cx="11506200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 collaboration, </a:t>
            </a:r>
          </a:p>
          <a:p>
            <a:r>
              <a:rPr lang="en-US" sz="2400" dirty="0"/>
              <a:t>we did the testing and the PowerPoint slide for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44806082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1B5E-9B51-3E63-039C-F799A016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9999A-E6FC-DC17-F093-7380FD057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273630"/>
            <a:ext cx="11321142" cy="535577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Our </a:t>
            </a:r>
            <a:r>
              <a:rPr lang="en-US" b="1" dirty="0"/>
              <a:t>Club Website</a:t>
            </a:r>
            <a:r>
              <a:rPr lang="en-US" dirty="0"/>
              <a:t> successfully combines a responsive frontend, Flask backend, and MySQL database into one full-stack shopping platform.</a:t>
            </a:r>
          </a:p>
          <a:p>
            <a:r>
              <a:rPr lang="en-US" b="1" dirty="0"/>
              <a:t>What we achieved</a:t>
            </a:r>
          </a:p>
          <a:p>
            <a:pPr lvl="0"/>
            <a:r>
              <a:rPr lang="en-US" dirty="0"/>
              <a:t>🎵 </a:t>
            </a:r>
            <a:r>
              <a:rPr lang="en-US" b="1" dirty="0"/>
              <a:t>Event &amp; product discovery</a:t>
            </a:r>
            <a:r>
              <a:rPr lang="en-US" dirty="0"/>
              <a:t> — users can browse available club products/events. </a:t>
            </a:r>
          </a:p>
          <a:p>
            <a:pPr lvl="0"/>
            <a:r>
              <a:rPr lang="en-US" dirty="0"/>
              <a:t>🛒 </a:t>
            </a:r>
            <a:r>
              <a:rPr lang="en-US" b="1" dirty="0"/>
              <a:t>Complete shopping transaction</a:t>
            </a:r>
            <a:r>
              <a:rPr lang="en-US" dirty="0"/>
              <a:t> — shoppers can add, update, and remove items from their cart and complete checkout. </a:t>
            </a:r>
          </a:p>
          <a:p>
            <a:pPr lvl="0"/>
            <a:r>
              <a:rPr lang="en-US" dirty="0"/>
              <a:t>💳 </a:t>
            </a:r>
            <a:r>
              <a:rPr lang="en-US" b="1" dirty="0"/>
              <a:t>Customer information</a:t>
            </a:r>
            <a:r>
              <a:rPr lang="en-US" dirty="0"/>
              <a:t> — email, phone number, and suburb are collected during checkout. </a:t>
            </a:r>
          </a:p>
          <a:p>
            <a:pPr lvl="0"/>
            <a:r>
              <a:rPr lang="en-US" dirty="0"/>
              <a:t>🔐 </a:t>
            </a:r>
            <a:r>
              <a:rPr lang="en-US" b="1" dirty="0"/>
              <a:t>Admin functionality</a:t>
            </a:r>
            <a:r>
              <a:rPr lang="en-US" dirty="0"/>
              <a:t> — administrators can securely access completed sales. </a:t>
            </a:r>
          </a:p>
          <a:p>
            <a:pPr lvl="0"/>
            <a:r>
              <a:rPr lang="en-US" dirty="0"/>
              <a:t>📊 </a:t>
            </a:r>
            <a:r>
              <a:rPr lang="en-US" b="1" dirty="0"/>
              <a:t>Sales information</a:t>
            </a:r>
            <a:r>
              <a:rPr lang="en-US" dirty="0"/>
              <a:t> — admins can identify purchasers and view product cost and sale prices. </a:t>
            </a:r>
          </a:p>
          <a:p>
            <a:pPr lvl="0"/>
            <a:r>
              <a:rPr lang="en-US" dirty="0"/>
              <a:t>🔒 </a:t>
            </a:r>
            <a:r>
              <a:rPr lang="en-US" b="1" dirty="0"/>
              <a:t>Security</a:t>
            </a:r>
            <a:r>
              <a:rPr lang="en-US" dirty="0"/>
              <a:t> — input validation, parameterized SQL queries and authentication help protect the application. </a:t>
            </a:r>
          </a:p>
          <a:p>
            <a:pPr lvl="0"/>
            <a:r>
              <a:rPr lang="en-US" dirty="0"/>
              <a:t>📱 </a:t>
            </a:r>
            <a:r>
              <a:rPr lang="en-US" b="1" dirty="0"/>
              <a:t>Responsive design</a:t>
            </a:r>
            <a:r>
              <a:rPr lang="en-US" dirty="0"/>
              <a:t> — the website is designed for desktop, tablet and mobile users.</a:t>
            </a:r>
          </a:p>
        </p:txBody>
      </p:sp>
    </p:spTree>
    <p:extLst>
      <p:ext uri="{BB962C8B-B14F-4D97-AF65-F5344CB8AC3E}">
        <p14:creationId xmlns:p14="http://schemas.microsoft.com/office/powerpoint/2010/main" val="385933395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est Thank You Slide For Business Presentation Slide">
            <a:extLst>
              <a:ext uri="{FF2B5EF4-FFF2-40B4-BE49-F238E27FC236}">
                <a16:creationId xmlns:a16="http://schemas.microsoft.com/office/drawing/2014/main" id="{4962ADAA-D03B-7127-971F-78C5884F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4" r="-2" b="-2"/>
          <a:stretch>
            <a:fillRect/>
          </a:stretch>
        </p:blipFill>
        <p:spPr>
          <a:xfrm>
            <a:off x="20" y="1"/>
            <a:ext cx="12191980" cy="6721475"/>
          </a:xfrm>
          <a:custGeom>
            <a:avLst/>
            <a:gdLst/>
            <a:ahLst/>
            <a:cxnLst/>
            <a:rect l="l" t="t" r="r" b="b"/>
            <a:pathLst>
              <a:path w="12192000" h="6721475">
                <a:moveTo>
                  <a:pt x="4721175" y="5742856"/>
                </a:moveTo>
                <a:lnTo>
                  <a:pt x="4722110" y="5743067"/>
                </a:lnTo>
                <a:cubicBezTo>
                  <a:pt x="4721144" y="5743709"/>
                  <a:pt x="4718265" y="5744315"/>
                  <a:pt x="4717201" y="574433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834942"/>
                </a:lnTo>
                <a:lnTo>
                  <a:pt x="12192000" y="2274073"/>
                </a:lnTo>
                <a:lnTo>
                  <a:pt x="12192000" y="6586253"/>
                </a:lnTo>
                <a:lnTo>
                  <a:pt x="12140861" y="6605451"/>
                </a:lnTo>
                <a:cubicBezTo>
                  <a:pt x="12126657" y="6607665"/>
                  <a:pt x="12093590" y="6662867"/>
                  <a:pt x="12080162" y="6661300"/>
                </a:cubicBezTo>
                <a:cubicBezTo>
                  <a:pt x="11978189" y="6685453"/>
                  <a:pt x="11967362" y="6708506"/>
                  <a:pt x="11917886" y="6696520"/>
                </a:cubicBezTo>
                <a:cubicBezTo>
                  <a:pt x="11872780" y="6694805"/>
                  <a:pt x="11928862" y="6731720"/>
                  <a:pt x="11894611" y="6718680"/>
                </a:cubicBezTo>
                <a:cubicBezTo>
                  <a:pt x="11860360" y="6705640"/>
                  <a:pt x="11736092" y="6642174"/>
                  <a:pt x="11712380" y="6618279"/>
                </a:cubicBezTo>
                <a:cubicBezTo>
                  <a:pt x="11688668" y="6594384"/>
                  <a:pt x="11627913" y="6617875"/>
                  <a:pt x="11585367" y="6575313"/>
                </a:cubicBezTo>
                <a:lnTo>
                  <a:pt x="11516471" y="6498621"/>
                </a:lnTo>
                <a:cubicBezTo>
                  <a:pt x="11468275" y="6496789"/>
                  <a:pt x="11507336" y="6461535"/>
                  <a:pt x="11462693" y="6445069"/>
                </a:cubicBezTo>
                <a:cubicBezTo>
                  <a:pt x="11417568" y="6443442"/>
                  <a:pt x="11408022" y="6391555"/>
                  <a:pt x="11369713" y="6383596"/>
                </a:cubicBezTo>
                <a:cubicBezTo>
                  <a:pt x="11354318" y="6389646"/>
                  <a:pt x="11288329" y="6334752"/>
                  <a:pt x="11273970" y="6323928"/>
                </a:cubicBezTo>
                <a:cubicBezTo>
                  <a:pt x="11231914" y="6325320"/>
                  <a:pt x="11221974" y="6315486"/>
                  <a:pt x="11195085" y="6302909"/>
                </a:cubicBezTo>
                <a:cubicBezTo>
                  <a:pt x="11164087" y="6332691"/>
                  <a:pt x="11171650" y="6306732"/>
                  <a:pt x="11143409" y="6303556"/>
                </a:cubicBezTo>
                <a:cubicBezTo>
                  <a:pt x="11125907" y="6299917"/>
                  <a:pt x="11102604" y="6295777"/>
                  <a:pt x="11085936" y="6294307"/>
                </a:cubicBezTo>
                <a:cubicBezTo>
                  <a:pt x="11057494" y="6294603"/>
                  <a:pt x="11029907" y="6276438"/>
                  <a:pt x="11030954" y="6291426"/>
                </a:cubicBezTo>
                <a:cubicBezTo>
                  <a:pt x="11007785" y="6293943"/>
                  <a:pt x="10982006" y="6298120"/>
                  <a:pt x="10951061" y="6296182"/>
                </a:cubicBezTo>
                <a:cubicBezTo>
                  <a:pt x="10885366" y="6259348"/>
                  <a:pt x="10915289" y="6295910"/>
                  <a:pt x="10857722" y="6283099"/>
                </a:cubicBezTo>
                <a:cubicBezTo>
                  <a:pt x="10806647" y="6270732"/>
                  <a:pt x="10707076" y="6237654"/>
                  <a:pt x="10644617" y="6221981"/>
                </a:cubicBezTo>
                <a:cubicBezTo>
                  <a:pt x="10616447" y="6217166"/>
                  <a:pt x="10558604" y="6206555"/>
                  <a:pt x="10519278" y="6201735"/>
                </a:cubicBezTo>
                <a:cubicBezTo>
                  <a:pt x="10495462" y="6203254"/>
                  <a:pt x="10473831" y="6189810"/>
                  <a:pt x="10445982" y="6199677"/>
                </a:cubicBezTo>
                <a:cubicBezTo>
                  <a:pt x="10436537" y="6203715"/>
                  <a:pt x="10409282" y="6202908"/>
                  <a:pt x="10383866" y="6195830"/>
                </a:cubicBezTo>
                <a:cubicBezTo>
                  <a:pt x="10374828" y="6204037"/>
                  <a:pt x="10347865" y="6195374"/>
                  <a:pt x="10336853" y="6195219"/>
                </a:cubicBezTo>
                <a:cubicBezTo>
                  <a:pt x="10323587" y="6201929"/>
                  <a:pt x="10274742" y="6192863"/>
                  <a:pt x="10261099" y="6185468"/>
                </a:cubicBezTo>
                <a:lnTo>
                  <a:pt x="10126498" y="6173953"/>
                </a:lnTo>
                <a:lnTo>
                  <a:pt x="10082167" y="6171858"/>
                </a:lnTo>
                <a:cubicBezTo>
                  <a:pt x="10074568" y="6173927"/>
                  <a:pt x="10046861" y="6172599"/>
                  <a:pt x="10039238" y="6173522"/>
                </a:cubicBezTo>
                <a:cubicBezTo>
                  <a:pt x="9998459" y="6163421"/>
                  <a:pt x="9984395" y="6162931"/>
                  <a:pt x="9960017" y="6158007"/>
                </a:cubicBezTo>
                <a:cubicBezTo>
                  <a:pt x="9918981" y="6157865"/>
                  <a:pt x="9888742" y="6161064"/>
                  <a:pt x="9847790" y="6151239"/>
                </a:cubicBezTo>
                <a:lnTo>
                  <a:pt x="9728307" y="6131032"/>
                </a:lnTo>
                <a:cubicBezTo>
                  <a:pt x="9675057" y="6140618"/>
                  <a:pt x="9602036" y="6132224"/>
                  <a:pt x="9584505" y="6119612"/>
                </a:cubicBezTo>
                <a:cubicBezTo>
                  <a:pt x="9518953" y="6105336"/>
                  <a:pt x="9415430" y="6079210"/>
                  <a:pt x="9343050" y="6073910"/>
                </a:cubicBezTo>
                <a:lnTo>
                  <a:pt x="9231368" y="6022005"/>
                </a:lnTo>
                <a:lnTo>
                  <a:pt x="9194808" y="6011926"/>
                </a:lnTo>
                <a:lnTo>
                  <a:pt x="9189244" y="6002687"/>
                </a:lnTo>
                <a:lnTo>
                  <a:pt x="9151230" y="5991485"/>
                </a:lnTo>
                <a:lnTo>
                  <a:pt x="9150208" y="5992550"/>
                </a:lnTo>
                <a:cubicBezTo>
                  <a:pt x="9147046" y="5994681"/>
                  <a:pt x="9143082" y="5995773"/>
                  <a:pt x="9137316" y="5994719"/>
                </a:cubicBezTo>
                <a:cubicBezTo>
                  <a:pt x="9138863" y="6014203"/>
                  <a:pt x="9130953" y="6000914"/>
                  <a:pt x="9113810" y="5996085"/>
                </a:cubicBezTo>
                <a:cubicBezTo>
                  <a:pt x="9112389" y="6025268"/>
                  <a:pt x="9068115" y="5990834"/>
                  <a:pt x="9053451" y="6004399"/>
                </a:cubicBezTo>
                <a:lnTo>
                  <a:pt x="9005484" y="6001114"/>
                </a:lnTo>
                <a:lnTo>
                  <a:pt x="9005199" y="6001354"/>
                </a:lnTo>
                <a:cubicBezTo>
                  <a:pt x="9003144" y="6001574"/>
                  <a:pt x="9000325" y="6001246"/>
                  <a:pt x="8996230" y="6000143"/>
                </a:cubicBezTo>
                <a:lnTo>
                  <a:pt x="8990392" y="5998082"/>
                </a:lnTo>
                <a:lnTo>
                  <a:pt x="8974335" y="5994856"/>
                </a:lnTo>
                <a:lnTo>
                  <a:pt x="8968009" y="5995556"/>
                </a:lnTo>
                <a:lnTo>
                  <a:pt x="8963046" y="5997781"/>
                </a:lnTo>
                <a:cubicBezTo>
                  <a:pt x="8954691" y="5989830"/>
                  <a:pt x="8955518" y="5980882"/>
                  <a:pt x="8928986" y="6000969"/>
                </a:cubicBezTo>
                <a:cubicBezTo>
                  <a:pt x="8898032" y="5999949"/>
                  <a:pt x="8789301" y="5985294"/>
                  <a:pt x="8752442" y="5981737"/>
                </a:cubicBezTo>
                <a:cubicBezTo>
                  <a:pt x="8719820" y="5971017"/>
                  <a:pt x="8748195" y="5984678"/>
                  <a:pt x="8707845" y="5979636"/>
                </a:cubicBezTo>
                <a:cubicBezTo>
                  <a:pt x="8671607" y="5960101"/>
                  <a:pt x="8639143" y="5976541"/>
                  <a:pt x="8596069" y="5971064"/>
                </a:cubicBezTo>
                <a:lnTo>
                  <a:pt x="8525228" y="5985906"/>
                </a:lnTo>
                <a:lnTo>
                  <a:pt x="8510981" y="5979991"/>
                </a:lnTo>
                <a:lnTo>
                  <a:pt x="8506165" y="5976990"/>
                </a:lnTo>
                <a:cubicBezTo>
                  <a:pt x="8502647" y="5975213"/>
                  <a:pt x="8500046" y="5974402"/>
                  <a:pt x="8497966" y="5974252"/>
                </a:cubicBezTo>
                <a:lnTo>
                  <a:pt x="8497592" y="5974431"/>
                </a:lnTo>
                <a:lnTo>
                  <a:pt x="8490247" y="5971381"/>
                </a:lnTo>
                <a:lnTo>
                  <a:pt x="8367180" y="5957339"/>
                </a:lnTo>
                <a:cubicBezTo>
                  <a:pt x="8362022" y="5955314"/>
                  <a:pt x="8357731" y="5955662"/>
                  <a:pt x="8353797" y="5957145"/>
                </a:cubicBezTo>
                <a:lnTo>
                  <a:pt x="8352370" y="5957985"/>
                </a:lnTo>
                <a:lnTo>
                  <a:pt x="8320102" y="5940567"/>
                </a:lnTo>
                <a:lnTo>
                  <a:pt x="8314430" y="5940241"/>
                </a:lnTo>
                <a:lnTo>
                  <a:pt x="8295171" y="5926346"/>
                </a:lnTo>
                <a:lnTo>
                  <a:pt x="8284274" y="5920523"/>
                </a:lnTo>
                <a:lnTo>
                  <a:pt x="8283147" y="5916080"/>
                </a:lnTo>
                <a:cubicBezTo>
                  <a:pt x="8280843" y="5912835"/>
                  <a:pt x="8276149" y="5910187"/>
                  <a:pt x="8266073" y="5908905"/>
                </a:cubicBezTo>
                <a:lnTo>
                  <a:pt x="8263374" y="5909135"/>
                </a:lnTo>
                <a:lnTo>
                  <a:pt x="8252031" y="5899292"/>
                </a:lnTo>
                <a:cubicBezTo>
                  <a:pt x="8248857" y="5895442"/>
                  <a:pt x="8246645" y="5891160"/>
                  <a:pt x="8245832" y="5886300"/>
                </a:cubicBezTo>
                <a:cubicBezTo>
                  <a:pt x="8181825" y="5889207"/>
                  <a:pt x="8147128" y="5855085"/>
                  <a:pt x="8090269" y="5840139"/>
                </a:cubicBezTo>
                <a:cubicBezTo>
                  <a:pt x="8025465" y="5816997"/>
                  <a:pt x="7967068" y="5795761"/>
                  <a:pt x="7905405" y="5798166"/>
                </a:cubicBezTo>
                <a:cubicBezTo>
                  <a:pt x="7835117" y="5783254"/>
                  <a:pt x="7780963" y="5781023"/>
                  <a:pt x="7718742" y="5772451"/>
                </a:cubicBezTo>
                <a:lnTo>
                  <a:pt x="7614344" y="5775922"/>
                </a:lnTo>
                <a:lnTo>
                  <a:pt x="7527540" y="5770094"/>
                </a:lnTo>
                <a:lnTo>
                  <a:pt x="7519568" y="5767541"/>
                </a:lnTo>
                <a:cubicBezTo>
                  <a:pt x="7513990" y="5766202"/>
                  <a:pt x="7510170" y="5765852"/>
                  <a:pt x="7507409" y="5766206"/>
                </a:cubicBezTo>
                <a:lnTo>
                  <a:pt x="7507037" y="5766533"/>
                </a:lnTo>
                <a:lnTo>
                  <a:pt x="7495792" y="5764581"/>
                </a:lnTo>
                <a:cubicBezTo>
                  <a:pt x="7476983" y="5760463"/>
                  <a:pt x="7422525" y="5777879"/>
                  <a:pt x="7405388" y="5772686"/>
                </a:cubicBezTo>
                <a:cubicBezTo>
                  <a:pt x="7374786" y="5775636"/>
                  <a:pt x="7333987" y="5776741"/>
                  <a:pt x="7312177" y="5782281"/>
                </a:cubicBezTo>
                <a:lnTo>
                  <a:pt x="7310850" y="5783723"/>
                </a:lnTo>
                <a:lnTo>
                  <a:pt x="7218557" y="5758474"/>
                </a:lnTo>
                <a:lnTo>
                  <a:pt x="7201099" y="5753924"/>
                </a:lnTo>
                <a:lnTo>
                  <a:pt x="7197001" y="5748566"/>
                </a:lnTo>
                <a:cubicBezTo>
                  <a:pt x="7192109" y="5745043"/>
                  <a:pt x="7184503" y="5742904"/>
                  <a:pt x="7170805" y="5743918"/>
                </a:cubicBezTo>
                <a:lnTo>
                  <a:pt x="7096985" y="5731690"/>
                </a:lnTo>
                <a:cubicBezTo>
                  <a:pt x="7061145" y="5730712"/>
                  <a:pt x="7050186" y="5729735"/>
                  <a:pt x="7018493" y="5732064"/>
                </a:cubicBezTo>
                <a:cubicBezTo>
                  <a:pt x="6937525" y="5721126"/>
                  <a:pt x="6943642" y="5696960"/>
                  <a:pt x="6904143" y="5702558"/>
                </a:cubicBezTo>
                <a:cubicBezTo>
                  <a:pt x="6871919" y="5707766"/>
                  <a:pt x="6787986" y="5688692"/>
                  <a:pt x="6708219" y="5674603"/>
                </a:cubicBezTo>
                <a:cubicBezTo>
                  <a:pt x="6649103" y="5665148"/>
                  <a:pt x="6628103" y="5651047"/>
                  <a:pt x="6549452" y="5645827"/>
                </a:cubicBezTo>
                <a:cubicBezTo>
                  <a:pt x="6472151" y="5601737"/>
                  <a:pt x="6409693" y="5625460"/>
                  <a:pt x="6317557" y="5599027"/>
                </a:cubicBezTo>
                <a:cubicBezTo>
                  <a:pt x="6297548" y="5583505"/>
                  <a:pt x="6209289" y="5600698"/>
                  <a:pt x="6168671" y="5596940"/>
                </a:cubicBezTo>
                <a:cubicBezTo>
                  <a:pt x="6128053" y="5593182"/>
                  <a:pt x="6090537" y="5579634"/>
                  <a:pt x="6073845" y="5576478"/>
                </a:cubicBezTo>
                <a:lnTo>
                  <a:pt x="6068527" y="5578015"/>
                </a:lnTo>
                <a:lnTo>
                  <a:pt x="6048635" y="5577332"/>
                </a:lnTo>
                <a:lnTo>
                  <a:pt x="6041280" y="5585681"/>
                </a:lnTo>
                <a:lnTo>
                  <a:pt x="6010089" y="5590774"/>
                </a:lnTo>
                <a:cubicBezTo>
                  <a:pt x="5998678" y="5591361"/>
                  <a:pt x="5970125" y="5590448"/>
                  <a:pt x="5957374" y="5587130"/>
                </a:cubicBezTo>
                <a:lnTo>
                  <a:pt x="5758917" y="5571438"/>
                </a:lnTo>
                <a:lnTo>
                  <a:pt x="5626958" y="5570415"/>
                </a:lnTo>
                <a:lnTo>
                  <a:pt x="5470904" y="5584435"/>
                </a:lnTo>
                <a:cubicBezTo>
                  <a:pt x="5478132" y="5597463"/>
                  <a:pt x="5439008" y="5583397"/>
                  <a:pt x="5432758" y="5595688"/>
                </a:cubicBezTo>
                <a:cubicBezTo>
                  <a:pt x="5429367" y="5605720"/>
                  <a:pt x="5391826" y="5610404"/>
                  <a:pt x="5381665" y="5613390"/>
                </a:cubicBezTo>
                <a:lnTo>
                  <a:pt x="5261761" y="5633807"/>
                </a:lnTo>
                <a:cubicBezTo>
                  <a:pt x="5251596" y="5633991"/>
                  <a:pt x="5230549" y="5642301"/>
                  <a:pt x="5222961" y="5644931"/>
                </a:cubicBezTo>
                <a:lnTo>
                  <a:pt x="5174658" y="5647921"/>
                </a:lnTo>
                <a:lnTo>
                  <a:pt x="5156553" y="5655144"/>
                </a:lnTo>
                <a:lnTo>
                  <a:pt x="5142596" y="5658544"/>
                </a:lnTo>
                <a:lnTo>
                  <a:pt x="5139595" y="5660645"/>
                </a:lnTo>
                <a:cubicBezTo>
                  <a:pt x="5133875" y="5664685"/>
                  <a:pt x="5128077" y="5668496"/>
                  <a:pt x="5121657" y="5671498"/>
                </a:cubicBezTo>
                <a:cubicBezTo>
                  <a:pt x="5108318" y="5642879"/>
                  <a:pt x="5064854" y="5692315"/>
                  <a:pt x="5065789" y="5664927"/>
                </a:cubicBezTo>
                <a:cubicBezTo>
                  <a:pt x="5028194" y="5676443"/>
                  <a:pt x="5038945" y="5647354"/>
                  <a:pt x="5011512" y="5681308"/>
                </a:cubicBezTo>
                <a:cubicBezTo>
                  <a:pt x="4937025" y="5680925"/>
                  <a:pt x="4916355" y="5667918"/>
                  <a:pt x="4840439" y="5705325"/>
                </a:cubicBezTo>
                <a:cubicBezTo>
                  <a:pt x="4806741" y="5721967"/>
                  <a:pt x="4784108" y="5733113"/>
                  <a:pt x="4762445" y="5733093"/>
                </a:cubicBezTo>
                <a:cubicBezTo>
                  <a:pt x="4741324" y="5737594"/>
                  <a:pt x="4729483" y="5740416"/>
                  <a:pt x="4723183" y="5742108"/>
                </a:cubicBezTo>
                <a:lnTo>
                  <a:pt x="4721175" y="5742856"/>
                </a:lnTo>
                <a:lnTo>
                  <a:pt x="4715526" y="5741581"/>
                </a:lnTo>
                <a:cubicBezTo>
                  <a:pt x="4680149" y="5748537"/>
                  <a:pt x="4524746" y="5749345"/>
                  <a:pt x="4515811" y="5751483"/>
                </a:cubicBezTo>
                <a:cubicBezTo>
                  <a:pt x="4457821" y="5764595"/>
                  <a:pt x="4462660" y="5765336"/>
                  <a:pt x="4428540" y="5762134"/>
                </a:cubicBezTo>
                <a:cubicBezTo>
                  <a:pt x="4423305" y="5758763"/>
                  <a:pt x="4368975" y="5765057"/>
                  <a:pt x="4362874" y="5763480"/>
                </a:cubicBezTo>
                <a:lnTo>
                  <a:pt x="4316963" y="5756865"/>
                </a:lnTo>
                <a:lnTo>
                  <a:pt x="4315109" y="5758206"/>
                </a:lnTo>
                <a:cubicBezTo>
                  <a:pt x="4306124" y="5761577"/>
                  <a:pt x="4299996" y="5761576"/>
                  <a:pt x="4295141" y="5760085"/>
                </a:cubicBezTo>
                <a:lnTo>
                  <a:pt x="4290061" y="5757168"/>
                </a:lnTo>
                <a:lnTo>
                  <a:pt x="4276140" y="5757414"/>
                </a:lnTo>
                <a:lnTo>
                  <a:pt x="4248115" y="5755090"/>
                </a:lnTo>
                <a:lnTo>
                  <a:pt x="4202048" y="5757885"/>
                </a:lnTo>
                <a:cubicBezTo>
                  <a:pt x="4201946" y="5758305"/>
                  <a:pt x="4201844" y="5758724"/>
                  <a:pt x="4201744" y="5759144"/>
                </a:cubicBezTo>
                <a:cubicBezTo>
                  <a:pt x="4200117" y="5761981"/>
                  <a:pt x="4197141" y="5764100"/>
                  <a:pt x="4191246" y="5764778"/>
                </a:cubicBezTo>
                <a:cubicBezTo>
                  <a:pt x="4204214" y="5782067"/>
                  <a:pt x="4161275" y="5780172"/>
                  <a:pt x="4142743" y="5780643"/>
                </a:cubicBezTo>
                <a:cubicBezTo>
                  <a:pt x="4124718" y="5787709"/>
                  <a:pt x="4099100" y="5801289"/>
                  <a:pt x="4083095" y="5807176"/>
                </a:cubicBezTo>
                <a:lnTo>
                  <a:pt x="4074544" y="5808011"/>
                </a:lnTo>
                <a:cubicBezTo>
                  <a:pt x="4074505" y="5808112"/>
                  <a:pt x="4074464" y="5808211"/>
                  <a:pt x="4074425" y="5808310"/>
                </a:cubicBezTo>
                <a:cubicBezTo>
                  <a:pt x="4072679" y="5809094"/>
                  <a:pt x="4069907" y="5809595"/>
                  <a:pt x="4065508" y="5809754"/>
                </a:cubicBezTo>
                <a:lnTo>
                  <a:pt x="4058952" y="5809536"/>
                </a:lnTo>
                <a:lnTo>
                  <a:pt x="4042362" y="5811157"/>
                </a:lnTo>
                <a:lnTo>
                  <a:pt x="4036994" y="5813591"/>
                </a:lnTo>
                <a:lnTo>
                  <a:pt x="4035361" y="5817258"/>
                </a:lnTo>
                <a:lnTo>
                  <a:pt x="4033776" y="5817023"/>
                </a:lnTo>
                <a:cubicBezTo>
                  <a:pt x="4021425" y="5812159"/>
                  <a:pt x="4016875" y="5803783"/>
                  <a:pt x="4004536" y="5829591"/>
                </a:cubicBezTo>
                <a:cubicBezTo>
                  <a:pt x="3976668" y="5822526"/>
                  <a:pt x="3972978" y="5837855"/>
                  <a:pt x="3936844" y="5847048"/>
                </a:cubicBezTo>
                <a:cubicBezTo>
                  <a:pt x="3920507" y="5839324"/>
                  <a:pt x="3908536" y="5844013"/>
                  <a:pt x="3897273" y="5852703"/>
                </a:cubicBezTo>
                <a:cubicBezTo>
                  <a:pt x="3861093" y="5852207"/>
                  <a:pt x="3829629" y="5866077"/>
                  <a:pt x="3789758" y="5872941"/>
                </a:cubicBezTo>
                <a:cubicBezTo>
                  <a:pt x="3741008" y="5887647"/>
                  <a:pt x="3725130" y="5889624"/>
                  <a:pt x="3682511" y="5896864"/>
                </a:cubicBezTo>
                <a:lnTo>
                  <a:pt x="3610033" y="5929135"/>
                </a:lnTo>
                <a:lnTo>
                  <a:pt x="3603853" y="5927773"/>
                </a:lnTo>
                <a:cubicBezTo>
                  <a:pt x="3599581" y="5927154"/>
                  <a:pt x="3596727" y="5927154"/>
                  <a:pt x="3594734" y="5927609"/>
                </a:cubicBezTo>
                <a:lnTo>
                  <a:pt x="3594499" y="5927878"/>
                </a:lnTo>
                <a:lnTo>
                  <a:pt x="3585976" y="5927188"/>
                </a:lnTo>
                <a:cubicBezTo>
                  <a:pt x="3571624" y="5925397"/>
                  <a:pt x="3549390" y="5939596"/>
                  <a:pt x="3536133" y="5936887"/>
                </a:cubicBezTo>
                <a:cubicBezTo>
                  <a:pt x="3513941" y="5941183"/>
                  <a:pt x="3488623" y="5934918"/>
                  <a:pt x="3473221" y="5940548"/>
                </a:cubicBezTo>
                <a:lnTo>
                  <a:pt x="3400726" y="5952596"/>
                </a:lnTo>
                <a:lnTo>
                  <a:pt x="3375936" y="5941189"/>
                </a:lnTo>
                <a:lnTo>
                  <a:pt x="3348220" y="5944802"/>
                </a:lnTo>
                <a:cubicBezTo>
                  <a:pt x="3337207" y="5945475"/>
                  <a:pt x="3327055" y="5946237"/>
                  <a:pt x="3319640" y="5949737"/>
                </a:cubicBezTo>
                <a:lnTo>
                  <a:pt x="3248530" y="5968289"/>
                </a:lnTo>
                <a:lnTo>
                  <a:pt x="3210309" y="5954736"/>
                </a:lnTo>
                <a:cubicBezTo>
                  <a:pt x="3206089" y="5952812"/>
                  <a:pt x="3200153" y="5952268"/>
                  <a:pt x="3190376" y="5954857"/>
                </a:cubicBezTo>
                <a:lnTo>
                  <a:pt x="3188146" y="5956038"/>
                </a:lnTo>
                <a:cubicBezTo>
                  <a:pt x="3182626" y="5954058"/>
                  <a:pt x="3141857" y="5956624"/>
                  <a:pt x="3108597" y="5957358"/>
                </a:cubicBezTo>
                <a:cubicBezTo>
                  <a:pt x="3055969" y="5959784"/>
                  <a:pt x="3048941" y="5952417"/>
                  <a:pt x="2988585" y="5960444"/>
                </a:cubicBezTo>
                <a:cubicBezTo>
                  <a:pt x="2928854" y="5964632"/>
                  <a:pt x="2917952" y="5959591"/>
                  <a:pt x="2876541" y="5967961"/>
                </a:cubicBezTo>
                <a:lnTo>
                  <a:pt x="2626865" y="5968713"/>
                </a:lnTo>
                <a:cubicBezTo>
                  <a:pt x="2562349" y="5946800"/>
                  <a:pt x="2563423" y="5977398"/>
                  <a:pt x="2491423" y="5970428"/>
                </a:cubicBezTo>
                <a:cubicBezTo>
                  <a:pt x="2433092" y="6035904"/>
                  <a:pt x="2455710" y="5995425"/>
                  <a:pt x="2415618" y="6003657"/>
                </a:cubicBezTo>
                <a:lnTo>
                  <a:pt x="2290099" y="6001093"/>
                </a:lnTo>
                <a:cubicBezTo>
                  <a:pt x="2257058" y="5987464"/>
                  <a:pt x="2202459" y="6022632"/>
                  <a:pt x="2161715" y="6004244"/>
                </a:cubicBezTo>
                <a:cubicBezTo>
                  <a:pt x="2122715" y="6007244"/>
                  <a:pt x="2080451" y="6015292"/>
                  <a:pt x="2056090" y="6019086"/>
                </a:cubicBezTo>
                <a:cubicBezTo>
                  <a:pt x="2019829" y="6026050"/>
                  <a:pt x="1978840" y="6038739"/>
                  <a:pt x="1944154" y="6046026"/>
                </a:cubicBezTo>
                <a:cubicBezTo>
                  <a:pt x="1925868" y="6034021"/>
                  <a:pt x="1896028" y="6059125"/>
                  <a:pt x="1847969" y="6062810"/>
                </a:cubicBezTo>
                <a:cubicBezTo>
                  <a:pt x="1827978" y="6048913"/>
                  <a:pt x="1815571" y="6065486"/>
                  <a:pt x="1777084" y="6047209"/>
                </a:cubicBezTo>
                <a:cubicBezTo>
                  <a:pt x="1775440" y="6049158"/>
                  <a:pt x="1773398" y="6050977"/>
                  <a:pt x="1771026" y="6052610"/>
                </a:cubicBezTo>
                <a:cubicBezTo>
                  <a:pt x="1757252" y="6062088"/>
                  <a:pt x="1735529" y="6063344"/>
                  <a:pt x="1722510" y="6055412"/>
                </a:cubicBezTo>
                <a:cubicBezTo>
                  <a:pt x="1691780" y="6043382"/>
                  <a:pt x="1662322" y="6038247"/>
                  <a:pt x="1633942" y="6035716"/>
                </a:cubicBezTo>
                <a:lnTo>
                  <a:pt x="1586146" y="6045126"/>
                </a:lnTo>
                <a:cubicBezTo>
                  <a:pt x="1567949" y="6050358"/>
                  <a:pt x="1545901" y="6061305"/>
                  <a:pt x="1524749" y="6067115"/>
                </a:cubicBezTo>
                <a:cubicBezTo>
                  <a:pt x="1502587" y="6070337"/>
                  <a:pt x="1478014" y="6065935"/>
                  <a:pt x="1459243" y="6079986"/>
                </a:cubicBezTo>
                <a:cubicBezTo>
                  <a:pt x="1421475" y="6095139"/>
                  <a:pt x="1374525" y="6079162"/>
                  <a:pt x="1349458" y="6115647"/>
                </a:cubicBezTo>
                <a:cubicBezTo>
                  <a:pt x="1273277" y="6137331"/>
                  <a:pt x="1121513" y="6171202"/>
                  <a:pt x="1009213" y="6196169"/>
                </a:cubicBezTo>
                <a:cubicBezTo>
                  <a:pt x="939017" y="6208471"/>
                  <a:pt x="866896" y="6205091"/>
                  <a:pt x="808573" y="6211966"/>
                </a:cubicBezTo>
                <a:cubicBezTo>
                  <a:pt x="802824" y="6209126"/>
                  <a:pt x="726017" y="6232905"/>
                  <a:pt x="719550" y="6231933"/>
                </a:cubicBezTo>
                <a:lnTo>
                  <a:pt x="698796" y="6232599"/>
                </a:lnTo>
                <a:cubicBezTo>
                  <a:pt x="689834" y="6236836"/>
                  <a:pt x="683493" y="6237437"/>
                  <a:pt x="678328" y="6236429"/>
                </a:cubicBezTo>
                <a:lnTo>
                  <a:pt x="672785" y="6234027"/>
                </a:lnTo>
                <a:lnTo>
                  <a:pt x="658407" y="6235638"/>
                </a:lnTo>
                <a:lnTo>
                  <a:pt x="629186" y="6236074"/>
                </a:lnTo>
                <a:lnTo>
                  <a:pt x="624559" y="6238724"/>
                </a:lnTo>
                <a:lnTo>
                  <a:pt x="581799" y="6243380"/>
                </a:lnTo>
                <a:cubicBezTo>
                  <a:pt x="581737" y="6243807"/>
                  <a:pt x="581672" y="6244236"/>
                  <a:pt x="581609" y="6244664"/>
                </a:cubicBezTo>
                <a:cubicBezTo>
                  <a:pt x="580205" y="6247646"/>
                  <a:pt x="577332" y="6250048"/>
                  <a:pt x="571300" y="6251300"/>
                </a:cubicBezTo>
                <a:cubicBezTo>
                  <a:pt x="551624" y="6261209"/>
                  <a:pt x="484500" y="6294596"/>
                  <a:pt x="463550" y="6304115"/>
                </a:cubicBezTo>
                <a:cubicBezTo>
                  <a:pt x="453137" y="6305662"/>
                  <a:pt x="449732" y="6307620"/>
                  <a:pt x="445607" y="6308407"/>
                </a:cubicBezTo>
                <a:lnTo>
                  <a:pt x="438800" y="6308835"/>
                </a:lnTo>
                <a:cubicBezTo>
                  <a:pt x="417223" y="6317125"/>
                  <a:pt x="343313" y="6348349"/>
                  <a:pt x="316139" y="6358155"/>
                </a:cubicBezTo>
                <a:cubicBezTo>
                  <a:pt x="298482" y="6352074"/>
                  <a:pt x="286557" y="6357914"/>
                  <a:pt x="275749" y="6367668"/>
                </a:cubicBezTo>
                <a:cubicBezTo>
                  <a:pt x="238275" y="6370726"/>
                  <a:pt x="207077" y="6387621"/>
                  <a:pt x="166497" y="6398366"/>
                </a:cubicBezTo>
                <a:lnTo>
                  <a:pt x="1" y="6464830"/>
                </a:lnTo>
                <a:lnTo>
                  <a:pt x="1" y="2274073"/>
                </a:lnTo>
                <a:lnTo>
                  <a:pt x="0" y="227407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92093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3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880</Words>
  <Application>Microsoft Office PowerPoint</Application>
  <PresentationFormat>Widescreen</PresentationFormat>
  <Paragraphs>114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Arial</vt:lpstr>
      <vt:lpstr>Arial Nova Light</vt:lpstr>
      <vt:lpstr>Century Gothic</vt:lpstr>
      <vt:lpstr>Courier New</vt:lpstr>
      <vt:lpstr>Neue Haas Grotesk Text Pro</vt:lpstr>
      <vt:lpstr>Wingdings 3</vt:lpstr>
      <vt:lpstr>Ion</vt:lpstr>
      <vt:lpstr>Film Burn</vt:lpstr>
      <vt:lpstr>Dark Gradient</vt:lpstr>
      <vt:lpstr> CST 150   Project 3: Full-Stack Club Website</vt:lpstr>
      <vt:lpstr>Project Info with Ideation of website </vt:lpstr>
      <vt:lpstr>Showcase of Shopper Experience</vt:lpstr>
      <vt:lpstr>Showcase for the admin experience</vt:lpstr>
      <vt:lpstr>Technical Implementation </vt:lpstr>
      <vt:lpstr>Workflow and architecture:</vt:lpstr>
      <vt:lpstr>Security, Usability &amp; Responsive Design</vt:lpstr>
      <vt:lpstr>Folder structure for the project</vt:lpstr>
      <vt:lpstr>PowerPoint Presentation</vt:lpstr>
      <vt:lpstr>Website showcase: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Contribution: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Lijan Baral</dc:creator>
  <cp:lastModifiedBy>Lijan Baral</cp:lastModifiedBy>
  <cp:revision>4</cp:revision>
  <cp:lastPrinted>2026-08-19T01:32:58Z</cp:lastPrinted>
  <dcterms:created xsi:type="dcterms:W3CDTF">2026-08-18T10:21:52Z</dcterms:created>
  <dcterms:modified xsi:type="dcterms:W3CDTF">2026-08-19T02:02:06Z</dcterms:modified>
</cp:coreProperties>
</file>